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2414-44AD-F83D-DE01-B9D226CAF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359B-5320-0E96-A2AF-AEA0870EB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E2F8-8133-225A-BF6D-D558D002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1026-74E6-7998-3412-7983C051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C5AA-B939-1B73-E781-9F0869FC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459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68D6-A29B-C26E-8E32-710A421B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05A52-C953-415D-9547-6FA7A329D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BF127-6877-1E71-4934-411C0685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17D9-F957-6505-1C98-DED84086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46450-8B62-C06E-68F3-978A5344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048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2B75-79DA-7C47-178B-4CD3C650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19C52-C838-86EE-E881-83F4A4FEE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CDB8B-BE83-474D-14A9-C5E1B4E9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30CF8-89A3-788C-F7DD-3A4D7D53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9D3DF-0BC0-120C-D7EA-E45A7E19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184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6E17-195B-CD1D-0CC8-1AEC0C68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A61B-47A4-A040-9E43-2947D8518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AE239-053B-C1D5-079A-9A7E4657C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EA13C-50EC-2168-99D2-E0196CFD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5AE08-7CE0-7407-C4B8-80839447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80674-ED26-3333-31E9-769F2B4E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044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7F48-44D3-6778-2388-B7ADBAB8D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0D71-AE34-3C30-CDC9-0960FD3ED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A4E72-4FED-45E2-503D-B8F7A65D6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B0814-DA63-ABAA-24C2-DE1D1D8A6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3B466-4DFE-D51E-D794-DFAF2D3E4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F94C-04C6-3984-3792-2303815A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98368-15C7-1390-573D-28A4951B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B8860-784F-B916-D961-2BA724E2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704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8576-45A9-459F-6B14-B7B659C3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57490-9881-677F-631E-22887F40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B9628-AEC0-D413-F6F8-00A9193D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5EADA-710C-24E7-ADBC-3442498A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021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0979F-07EB-BC78-9D81-C891F97F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D3461-F15E-5B6F-AD02-861A7C64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785D4-B061-B6B5-7DDE-F0D1F29E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622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4DE1-09AD-C93D-7876-12CCBE88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6B76-9292-C5AB-1AB9-134608FDB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6672F-F6E4-D173-1B3A-77039146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FF7E-B16C-3253-7781-037C7E89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CCDFA-2484-1D91-DA7C-7932B18A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CCA7E-8966-831E-ED0B-98C22F06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620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067A-8FB9-7BD1-8E6B-54E0D5EC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08751-6D2C-EC9A-F7D2-0830A1648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8AF05-43DB-27D4-B6A4-E4242E144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2FD7-5D80-1211-9D29-1407EE1A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DF2BC-0289-B946-1709-C0CD57CA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FAB49-B8F5-67A6-F1A0-987331E8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295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E950-FA20-FCE8-C18E-727A76E7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0BA53-62B1-8C4F-FB96-48468718A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92623-985C-C6F3-DF13-E77864FE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3BDA0-1AEA-1222-1F38-DFDC2152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15768-FFD1-EA94-0455-B9CAB0B9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481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8EB65-C9DF-CA08-583B-90D61F00B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D6B8A-BF98-0941-A183-E07671B0B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6E570-A074-0477-6009-DC37545D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49433-4A4C-90DF-2C70-5B1F1D54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04517-8C89-C2FB-CEF2-8DB07F0C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194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5CB03-96F8-4D01-DDF0-7840DA20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510A2-AF93-B016-DEDB-CE10A6968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C7832-2D4E-82DC-8E3E-7EFFFB482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E3A74-ACF8-4850-8A67-646F8979B070}" type="datetimeFigureOut">
              <a:rPr lang="en-ID" smtClean="0"/>
              <a:t>18/03/2025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3E747-57A3-CC09-7D02-0A020EDC4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B031-2A64-B1BF-B949-BD34601FD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7A4E4-492C-4EAB-8898-697E804CBFF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022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076E-578F-4D98-1709-2CF63BE64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ENTERPRISE ARCHITECTURE SYSTEM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09117-00C6-7AA1-80E1-E6D4C02CB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6781800" y="5257799"/>
            <a:ext cx="3886200" cy="477837"/>
          </a:xfrm>
        </p:spPr>
        <p:txBody>
          <a:bodyPr>
            <a:normAutofit/>
          </a:bodyPr>
          <a:lstStyle/>
          <a:p>
            <a:r>
              <a:rPr lang="en-US" dirty="0"/>
              <a:t>Deasy </a:t>
            </a:r>
            <a:r>
              <a:rPr lang="en-US" dirty="0" err="1"/>
              <a:t>Permatasari</a:t>
            </a:r>
            <a:r>
              <a:rPr lang="en-US" dirty="0"/>
              <a:t>, </a:t>
            </a:r>
            <a:r>
              <a:rPr lang="en-US" dirty="0" err="1"/>
              <a:t>S.Si</a:t>
            </a:r>
            <a:r>
              <a:rPr lang="en-US" dirty="0"/>
              <a:t>, MT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436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28E4-E38B-9F2B-1F45-6C272A84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PENDAHULUAN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796E-C19E-8AED-3FE8-E8EC01FC7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What is EAP?</a:t>
            </a:r>
          </a:p>
          <a:p>
            <a:pPr marL="0" indent="0">
              <a:buNone/>
            </a:pPr>
            <a:r>
              <a:rPr lang="en-US" dirty="0"/>
              <a:t>EAP </a:t>
            </a:r>
            <a:r>
              <a:rPr lang="en-US" dirty="0" err="1"/>
              <a:t>merupakan</a:t>
            </a:r>
            <a:r>
              <a:rPr lang="en-US" dirty="0"/>
              <a:t> proses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mensupport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dan </a:t>
            </a:r>
            <a:r>
              <a:rPr lang="en-US" dirty="0" err="1"/>
              <a:t>perencanaan</a:t>
            </a:r>
            <a:r>
              <a:rPr lang="en-US" dirty="0"/>
              <a:t> </a:t>
            </a:r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Terdapat</a:t>
            </a:r>
            <a:r>
              <a:rPr lang="en-US" dirty="0"/>
              <a:t> 3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:</a:t>
            </a:r>
          </a:p>
          <a:p>
            <a:pPr marL="514350" indent="-514350">
              <a:buAutoNum type="arabicPeriod"/>
            </a:pPr>
            <a:r>
              <a:rPr lang="en-US" dirty="0" err="1"/>
              <a:t>Terdapat</a:t>
            </a:r>
            <a:r>
              <a:rPr lang="en-US" dirty="0"/>
              <a:t> 3 </a:t>
            </a:r>
            <a:r>
              <a:rPr lang="en-US" dirty="0" err="1"/>
              <a:t>arsitektur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data </a:t>
            </a:r>
            <a:r>
              <a:rPr lang="en-US" dirty="0" err="1"/>
              <a:t>arsitektur</a:t>
            </a:r>
            <a:r>
              <a:rPr lang="en-US" dirty="0"/>
              <a:t>, Application </a:t>
            </a:r>
            <a:r>
              <a:rPr lang="en-US" dirty="0" err="1"/>
              <a:t>Arsitektur</a:t>
            </a:r>
            <a:r>
              <a:rPr lang="en-US" dirty="0"/>
              <a:t>, Technology </a:t>
            </a:r>
            <a:r>
              <a:rPr lang="en-US" dirty="0" err="1"/>
              <a:t>Arsitektur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EAP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dan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mendesain.EAP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system, </a:t>
            </a:r>
            <a:r>
              <a:rPr lang="en-US" dirty="0" err="1"/>
              <a:t>desain</a:t>
            </a:r>
            <a:r>
              <a:rPr lang="en-US" dirty="0"/>
              <a:t> database </a:t>
            </a:r>
            <a:r>
              <a:rPr lang="en-US" dirty="0" err="1"/>
              <a:t>atau</a:t>
            </a:r>
            <a:r>
              <a:rPr lang="en-US" dirty="0"/>
              <a:t> network. Desain dan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EAP </a:t>
            </a:r>
            <a:r>
              <a:rPr lang="en-US" dirty="0" err="1"/>
              <a:t>mendefinisikan</a:t>
            </a:r>
            <a:r>
              <a:rPr lang="en-US" dirty="0"/>
              <a:t> proses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dan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 </a:t>
            </a:r>
            <a:r>
              <a:rPr lang="en-US" dirty="0" err="1"/>
              <a:t>perencanaan</a:t>
            </a:r>
            <a:r>
              <a:rPr lang="en-US" dirty="0"/>
              <a:t> Ketika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diimplementasikan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ID" dirty="0"/>
              <a:t>Apa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menjalankannya</a:t>
            </a:r>
            <a:r>
              <a:rPr lang="en-ID" dirty="0"/>
              <a:t>?</a:t>
            </a:r>
          </a:p>
          <a:p>
            <a:pPr marL="514350" indent="-514350">
              <a:buAutoNum type="arabicPeriod"/>
            </a:pPr>
            <a:r>
              <a:rPr lang="en-ID" dirty="0"/>
              <a:t>Data </a:t>
            </a:r>
            <a:r>
              <a:rPr lang="en-ID" dirty="0" err="1"/>
              <a:t>akses</a:t>
            </a:r>
            <a:r>
              <a:rPr lang="en-ID" dirty="0"/>
              <a:t> Ketika </a:t>
            </a:r>
            <a:r>
              <a:rPr lang="en-ID" dirty="0" err="1"/>
              <a:t>dibutuhkan</a:t>
            </a:r>
            <a:endParaRPr lang="en-ID" dirty="0"/>
          </a:p>
          <a:p>
            <a:pPr marL="514350" indent="-514350">
              <a:buAutoNum type="arabicPeriod"/>
            </a:pP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beradaptasi</a:t>
            </a:r>
            <a:r>
              <a:rPr lang="en-ID" dirty="0"/>
              <a:t> yang </a:t>
            </a: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bisnis</a:t>
            </a:r>
            <a:endParaRPr lang="en-ID" dirty="0"/>
          </a:p>
          <a:p>
            <a:pPr marL="514350" indent="-514350">
              <a:buAutoNum type="arabicPeriod"/>
            </a:pPr>
            <a:r>
              <a:rPr lang="en-ID" dirty="0"/>
              <a:t>Data yang </a:t>
            </a:r>
            <a:r>
              <a:rPr lang="en-ID" dirty="0" err="1"/>
              <a:t>akurat</a:t>
            </a:r>
            <a:r>
              <a:rPr lang="en-ID" dirty="0"/>
              <a:t> dan </a:t>
            </a:r>
            <a:r>
              <a:rPr lang="en-ID" dirty="0" err="1"/>
              <a:t>konsisten</a:t>
            </a:r>
            <a:endParaRPr lang="en-ID" dirty="0"/>
          </a:p>
          <a:p>
            <a:pPr marL="514350" indent="-514350">
              <a:buAutoNum type="arabicPeriod"/>
            </a:pPr>
            <a:r>
              <a:rPr lang="en-ID" dirty="0" err="1"/>
              <a:t>Berbagi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organisasi</a:t>
            </a:r>
            <a:endParaRPr lang="en-ID" dirty="0"/>
          </a:p>
          <a:p>
            <a:pPr marL="514350" indent="-514350">
              <a:buAutoNum type="arabicPeriod"/>
            </a:pPr>
            <a:r>
              <a:rPr lang="en-ID" dirty="0" err="1"/>
              <a:t>Pembiayaan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5026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3C7D-951C-B0C1-E226-14C95B1A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A7EC-D525-C4F3-AED2-B5B8BBB2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ID" dirty="0">
                <a:effectLst/>
              </a:rPr>
              <a:t>Enterprise Architecture Planning (EAP) </a:t>
            </a:r>
            <a:r>
              <a:rPr lang="en-ID" dirty="0" err="1">
                <a:effectLst/>
              </a:rPr>
              <a:t>adalah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metodologi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digunakan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merancang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mengelola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enterprise </a:t>
            </a:r>
            <a:r>
              <a:rPr lang="en-ID" dirty="0" err="1">
                <a:effectLst/>
              </a:rPr>
              <a:t>secara</a:t>
            </a:r>
            <a:r>
              <a:rPr lang="en-ID" dirty="0"/>
              <a:t> </a:t>
            </a:r>
            <a:r>
              <a:rPr lang="en-ID" dirty="0" err="1"/>
              <a:t>terintegrasi</a:t>
            </a:r>
            <a:r>
              <a:rPr lang="en-ID" dirty="0">
                <a:effectLst/>
              </a:rPr>
              <a:t>.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enterprise </a:t>
            </a:r>
            <a:r>
              <a:rPr lang="en-ID" dirty="0" err="1">
                <a:effectLst/>
              </a:rPr>
              <a:t>sendiri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merupakan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kerangka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kerja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mendefinisikan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struktur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operasi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tujuan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menyelaraskan</a:t>
            </a:r>
            <a:r>
              <a:rPr lang="en-ID" dirty="0">
                <a:effectLst/>
              </a:rPr>
              <a:t> strategi </a:t>
            </a:r>
            <a:r>
              <a:rPr lang="en-ID" dirty="0" err="1">
                <a:effectLst/>
              </a:rPr>
              <a:t>bisnis</a:t>
            </a:r>
            <a:r>
              <a:rPr lang="en-ID" dirty="0">
                <a:effectLst/>
              </a:rPr>
              <a:t>, proses, </a:t>
            </a:r>
            <a:r>
              <a:rPr lang="en-ID" dirty="0" err="1">
                <a:effectLst/>
              </a:rPr>
              <a:t>informasi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mencapai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tujuan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efektif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efisien</a:t>
            </a:r>
            <a:r>
              <a:rPr lang="en-ID" dirty="0">
                <a:effectLst/>
              </a:rPr>
              <a:t>.</a:t>
            </a:r>
          </a:p>
          <a:p>
            <a:pPr algn="just">
              <a:buNone/>
            </a:pPr>
            <a:r>
              <a:rPr lang="en-ID" dirty="0">
                <a:effectLst/>
              </a:rPr>
              <a:t>EAP </a:t>
            </a:r>
            <a:r>
              <a:rPr lang="en-ID" dirty="0" err="1">
                <a:effectLst/>
              </a:rPr>
              <a:t>pertama</a:t>
            </a:r>
            <a:r>
              <a:rPr lang="en-ID" dirty="0">
                <a:effectLst/>
              </a:rPr>
              <a:t> kali </a:t>
            </a:r>
            <a:r>
              <a:rPr lang="en-ID" dirty="0" err="1">
                <a:effectLst/>
              </a:rPr>
              <a:t>diperkenalkan</a:t>
            </a:r>
            <a:r>
              <a:rPr lang="en-ID" dirty="0">
                <a:effectLst/>
              </a:rPr>
              <a:t> oleh Steven H. </a:t>
            </a:r>
            <a:r>
              <a:rPr lang="en-ID" dirty="0" err="1">
                <a:effectLst/>
              </a:rPr>
              <a:t>Spewak</a:t>
            </a:r>
            <a:r>
              <a:rPr lang="en-ID" dirty="0">
                <a:effectLst/>
              </a:rPr>
              <a:t> pada </a:t>
            </a:r>
            <a:r>
              <a:rPr lang="en-ID" dirty="0" err="1">
                <a:effectLst/>
              </a:rPr>
              <a:t>tahun</a:t>
            </a:r>
            <a:r>
              <a:rPr lang="en-ID" dirty="0">
                <a:effectLst/>
              </a:rPr>
              <a:t> 1992 </a:t>
            </a:r>
            <a:r>
              <a:rPr lang="en-ID" dirty="0" err="1">
                <a:effectLst/>
              </a:rPr>
              <a:t>sebagai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pendekatan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terstruktur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mengembangkan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enterprise. </a:t>
            </a:r>
            <a:r>
              <a:rPr lang="en-ID" dirty="0" err="1">
                <a:effectLst/>
              </a:rPr>
              <a:t>Metodologi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berfokus</a:t>
            </a:r>
            <a:r>
              <a:rPr lang="en-ID" dirty="0">
                <a:effectLst/>
              </a:rPr>
              <a:t> pada </a:t>
            </a:r>
            <a:r>
              <a:rPr lang="en-ID" dirty="0" err="1">
                <a:effectLst/>
              </a:rPr>
              <a:t>perencanaan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komprehensif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dimulai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identifikasi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kebutuhan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bisnis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hingga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implementasi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solusi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mendukung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tujuan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8328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6CD5-4B61-DEFE-A076-5C12EBA0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A820-089B-9C45-2EBB-0AA8F1538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>
                <a:effectLst/>
              </a:rPr>
              <a:t>Tujuan </a:t>
            </a:r>
            <a:r>
              <a:rPr lang="en-ID" dirty="0" err="1">
                <a:effectLst/>
              </a:rPr>
              <a:t>utama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dari</a:t>
            </a:r>
            <a:r>
              <a:rPr lang="en-ID" dirty="0">
                <a:effectLst/>
              </a:rPr>
              <a:t> EAP </a:t>
            </a:r>
            <a:r>
              <a:rPr lang="en-ID" dirty="0" err="1">
                <a:effectLst/>
              </a:rPr>
              <a:t>adalah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menciptakan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jalan</a:t>
            </a:r>
            <a:r>
              <a:rPr lang="en-ID" dirty="0">
                <a:effectLst/>
              </a:rPr>
              <a:t> (roadmap) yang </a:t>
            </a:r>
            <a:r>
              <a:rPr lang="en-ID" dirty="0" err="1">
                <a:effectLst/>
              </a:rPr>
              <a:t>jelas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dapat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digunakan</a:t>
            </a:r>
            <a:r>
              <a:rPr lang="en-ID" dirty="0">
                <a:effectLst/>
              </a:rPr>
              <a:t> oleh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mengarahkan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investasi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informasi</a:t>
            </a:r>
            <a:r>
              <a:rPr lang="en-ID" dirty="0">
                <a:effectLst/>
              </a:rPr>
              <a:t> (TI) dan </a:t>
            </a:r>
            <a:r>
              <a:rPr lang="en-ID" dirty="0" err="1">
                <a:effectLst/>
              </a:rPr>
              <a:t>memastikan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bahwa</a:t>
            </a:r>
            <a:r>
              <a:rPr lang="en-ID" dirty="0">
                <a:effectLst/>
              </a:rPr>
              <a:t> semua </a:t>
            </a:r>
            <a:r>
              <a:rPr lang="en-ID" dirty="0" err="1">
                <a:effectLst/>
              </a:rPr>
              <a:t>komponen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bekerja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harmonis</a:t>
            </a:r>
            <a:r>
              <a:rPr lang="en-ID" dirty="0">
                <a:effectLst/>
              </a:rPr>
              <a:t>.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demikian</a:t>
            </a:r>
            <a:r>
              <a:rPr lang="en-ID" dirty="0">
                <a:effectLst/>
              </a:rPr>
              <a:t>, EAP </a:t>
            </a:r>
            <a:r>
              <a:rPr lang="en-ID" dirty="0" err="1">
                <a:effectLst/>
              </a:rPr>
              <a:t>membantu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mengurangi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redundansi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meningkatkan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efisiensi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memastikan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bahwa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sumber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daya</a:t>
            </a:r>
            <a:r>
              <a:rPr lang="en-ID" dirty="0">
                <a:effectLst/>
              </a:rPr>
              <a:t> TI </a:t>
            </a:r>
            <a:r>
              <a:rPr lang="en-ID" dirty="0" err="1">
                <a:effectLst/>
              </a:rPr>
              <a:t>digunakan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optimal.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6420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3B8A-2CB4-6DBC-6C8A-87FF4A2A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7A53-5A4A-CA04-B416-F426D9D1F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ID" dirty="0">
                <a:effectLst/>
              </a:rPr>
              <a:t>EAP </a:t>
            </a:r>
            <a:r>
              <a:rPr lang="en-ID" dirty="0" err="1">
                <a:effectLst/>
              </a:rPr>
              <a:t>terdiri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beberapa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tahapan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utama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termasuk</a:t>
            </a:r>
            <a:r>
              <a:rPr lang="en-ID" dirty="0">
                <a:effectLst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ID" b="1" dirty="0" err="1">
                <a:effectLst/>
              </a:rPr>
              <a:t>Perencanaan</a:t>
            </a:r>
            <a:r>
              <a:rPr lang="en-ID" b="1" dirty="0">
                <a:effectLst/>
              </a:rPr>
              <a:t> Awal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Menetapkan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tujuan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ruang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lingkup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tim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terlibat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proyek</a:t>
            </a:r>
            <a:r>
              <a:rPr lang="en-ID" dirty="0">
                <a:effectLst/>
              </a:rPr>
              <a:t> EAP.</a:t>
            </a:r>
          </a:p>
          <a:p>
            <a:pPr algn="just">
              <a:buFont typeface="+mj-lt"/>
              <a:buAutoNum type="arabicPeriod"/>
            </a:pPr>
            <a:r>
              <a:rPr lang="en-ID" b="1" dirty="0" err="1">
                <a:effectLst/>
              </a:rPr>
              <a:t>Analisis</a:t>
            </a:r>
            <a:r>
              <a:rPr lang="en-ID" b="1" dirty="0">
                <a:effectLst/>
              </a:rPr>
              <a:t> </a:t>
            </a:r>
            <a:r>
              <a:rPr lang="en-ID" b="1" dirty="0" err="1">
                <a:effectLst/>
              </a:rPr>
              <a:t>Bisnis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Memahami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kebutuhan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bisnis</a:t>
            </a:r>
            <a:r>
              <a:rPr lang="en-ID" dirty="0">
                <a:effectLst/>
              </a:rPr>
              <a:t>, proses, dan </a:t>
            </a:r>
            <a:r>
              <a:rPr lang="en-ID" dirty="0" err="1">
                <a:effectLst/>
              </a:rPr>
              <a:t>aliran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informasi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b="1" dirty="0" err="1">
                <a:effectLst/>
              </a:rPr>
              <a:t>Perancangan</a:t>
            </a:r>
            <a:r>
              <a:rPr lang="en-ID" b="1" dirty="0">
                <a:effectLst/>
              </a:rPr>
              <a:t> </a:t>
            </a:r>
            <a:r>
              <a:rPr lang="en-ID" b="1" dirty="0" err="1">
                <a:effectLst/>
              </a:rPr>
              <a:t>Arsitektur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Mendefinisikan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data,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diperlukan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mendukung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bisnis</a:t>
            </a:r>
            <a:r>
              <a:rPr lang="en-ID" dirty="0"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b="1" dirty="0" err="1">
                <a:effectLst/>
              </a:rPr>
              <a:t>Implementasi</a:t>
            </a:r>
            <a:r>
              <a:rPr lang="en-ID" b="1" dirty="0">
                <a:effectLst/>
              </a:rPr>
              <a:t> dan </a:t>
            </a:r>
            <a:r>
              <a:rPr lang="en-ID" b="1" dirty="0" err="1">
                <a:effectLst/>
              </a:rPr>
              <a:t>Migrasi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Mengembangkan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rencana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implementasi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migrasi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menerapkan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telah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dirancang</a:t>
            </a:r>
            <a:r>
              <a:rPr lang="en-ID" dirty="0"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b="1" dirty="0" err="1">
                <a:effectLst/>
              </a:rPr>
              <a:t>Pemeliharaan</a:t>
            </a:r>
            <a:r>
              <a:rPr lang="en-ID" b="1" dirty="0">
                <a:effectLst/>
              </a:rPr>
              <a:t> dan </a:t>
            </a:r>
            <a:r>
              <a:rPr lang="en-ID" b="1" dirty="0" err="1">
                <a:effectLst/>
              </a:rPr>
              <a:t>Pembaruan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Memastikan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arsitektur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tetap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relevan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diperbarui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sesuai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perubahan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kebutuhan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bisnis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.</a:t>
            </a:r>
          </a:p>
          <a:p>
            <a:pPr algn="just">
              <a:buNone/>
            </a:pP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menerapkan</a:t>
            </a:r>
            <a:r>
              <a:rPr lang="en-ID" dirty="0">
                <a:effectLst/>
              </a:rPr>
              <a:t> EAP,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dapat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mencapai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keunggulan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kompetitif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melaluipengelolaan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sumber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daya</a:t>
            </a:r>
            <a:r>
              <a:rPr lang="en-ID" dirty="0">
                <a:effectLst/>
              </a:rPr>
              <a:t> TI yang </a:t>
            </a:r>
            <a:r>
              <a:rPr lang="en-ID" dirty="0" err="1">
                <a:effectLst/>
              </a:rPr>
              <a:t>lebih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baik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peningkatan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fleksibilitas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merespons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perubahan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peningkatan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kemampuan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berinovasi</a:t>
            </a:r>
            <a:r>
              <a:rPr lang="en-ID" dirty="0">
                <a:effectLst/>
              </a:rPr>
              <a:t>. EAP juga </a:t>
            </a:r>
            <a:r>
              <a:rPr lang="en-ID" dirty="0" err="1">
                <a:effectLst/>
              </a:rPr>
              <a:t>membantu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mengurangi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risiko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terkait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proyek-proyek</a:t>
            </a:r>
            <a:r>
              <a:rPr lang="en-ID" dirty="0">
                <a:effectLst/>
              </a:rPr>
              <a:t> TI yang </a:t>
            </a:r>
            <a:r>
              <a:rPr lang="en-ID" dirty="0" err="1">
                <a:effectLst/>
              </a:rPr>
              <a:t>kompleks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memastikan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bahwa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investasi</a:t>
            </a:r>
            <a:r>
              <a:rPr lang="en-ID" dirty="0">
                <a:effectLst/>
              </a:rPr>
              <a:t> TI </a:t>
            </a:r>
            <a:r>
              <a:rPr lang="en-ID" dirty="0" err="1">
                <a:effectLst/>
              </a:rPr>
              <a:t>memberikan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nilai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tambah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maksimal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organisasi</a:t>
            </a:r>
            <a:r>
              <a:rPr lang="en-ID" dirty="0">
                <a:effectLst/>
              </a:rPr>
              <a:t>.</a:t>
            </a:r>
          </a:p>
          <a:p>
            <a:pPr marL="0" indent="0" algn="just">
              <a:buNone/>
            </a:pP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9278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121b79-961a-4ae2-a0a4-69737e8cb8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D010813D798447B0DAFBE2A1A228A0" ma:contentTypeVersion="9" ma:contentTypeDescription="Create a new document." ma:contentTypeScope="" ma:versionID="b7c32cc14a13aee0ed93e5c3c3c46013">
  <xsd:schema xmlns:xsd="http://www.w3.org/2001/XMLSchema" xmlns:xs="http://www.w3.org/2001/XMLSchema" xmlns:p="http://schemas.microsoft.com/office/2006/metadata/properties" xmlns:ns3="e3b495a0-9183-4548-8bb7-9f6f27d2e6fb" xmlns:ns4="cc121b79-961a-4ae2-a0a4-69737e8cb84d" targetNamespace="http://schemas.microsoft.com/office/2006/metadata/properties" ma:root="true" ma:fieldsID="df04f67af8e4a559f00135d16a9ee3cb" ns3:_="" ns4:_="">
    <xsd:import namespace="e3b495a0-9183-4548-8bb7-9f6f27d2e6fb"/>
    <xsd:import namespace="cc121b79-961a-4ae2-a0a4-69737e8cb84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_activity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495a0-9183-4548-8bb7-9f6f27d2e6f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21b79-961a-4ae2-a0a4-69737e8cb8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217029-0456-4423-9F5A-F46278B04E82}">
  <ds:schemaRefs>
    <ds:schemaRef ds:uri="http://schemas.microsoft.com/office/2006/documentManagement/types"/>
    <ds:schemaRef ds:uri="http://schemas.microsoft.com/office/infopath/2007/PartnerControls"/>
    <ds:schemaRef ds:uri="cc121b79-961a-4ae2-a0a4-69737e8cb84d"/>
    <ds:schemaRef ds:uri="http://purl.org/dc/terms/"/>
    <ds:schemaRef ds:uri="http://schemas.openxmlformats.org/package/2006/metadata/core-properties"/>
    <ds:schemaRef ds:uri="e3b495a0-9183-4548-8bb7-9f6f27d2e6fb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BCBE18F-CFA1-4814-8953-700F1AFBF3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42B94-6858-4ACB-840B-6676FEAC96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495a0-9183-4548-8bb7-9f6f27d2e6fb"/>
    <ds:schemaRef ds:uri="cc121b79-961a-4ae2-a0a4-69737e8cb8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ENTERPRISE ARCHITECTURE SYSTEM</vt:lpstr>
      <vt:lpstr>PENDAHULUAN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Andhita Haliza Zahra</dc:creator>
  <cp:lastModifiedBy>Andhita Haliza Zahra</cp:lastModifiedBy>
  <cp:revision>1</cp:revision>
  <dcterms:created xsi:type="dcterms:W3CDTF">2025-03-16T02:10:26Z</dcterms:created>
  <dcterms:modified xsi:type="dcterms:W3CDTF">2025-03-17T22:01:19Z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2025-03-16T02:57:54Z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c5018c1e-1aa3-42cb-8058-54002b0c4ae0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  <property fmtid="{D5CDD505-2E9C-101B-9397-08002B2CF9AE}" pid="10" name="ContentTypeId">
    <vt:lpwstr>0x010100CED010813D798447B0DAFBE2A1A228A0</vt:lpwstr>
  </property>
</Properties>
</file>